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69" d="100"/>
          <a:sy n="69" d="100"/>
        </p:scale>
        <p:origin x="7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83621-B954-367B-441A-C8BC4CEEF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A7FDD-9E9A-E812-F9FE-B6EA770C1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64D47-ED82-0C67-A141-947212DC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5219A-7181-C945-8408-BEB564868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8A8C-9A4C-9269-1368-B5C090CEB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EC75-5556-C8E6-239E-19019FB7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59964-898A-57EF-A9D4-EB3307D8A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72BDC-22F6-277B-95E7-CE86A938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F361E-D165-68EA-B76C-C50D3AF1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35BF0-2134-9494-B4AD-B4F3305A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2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8C1C-A165-2DB0-1513-0DB49847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DC95C-774F-8B14-F660-E793AC6C6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29E53-EF4F-376F-86D1-75FFBDAA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3993D-F017-5528-0A8E-E814F6D2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4233D-76BC-5C9D-5578-5D6038F9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6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B112-CA28-BD46-3AF0-2A7F0414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77E4-D0CC-3FD5-592C-E99A9F2D3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E8DC1-6A8A-32E1-7DD5-31D75A526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ADDDA-5C65-3556-EF12-37A6F865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AF4DD-BD7B-DF08-3069-DE4A6A21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35BDB-699E-64F5-2A04-F086514E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0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D74F-DE1F-D5A4-06BF-7FCE845A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9B9E4-28C5-F1F4-963B-5645D9218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5E4F0-C95A-6402-28EB-44F642AA4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A1771-B027-1863-6266-831BCD4F0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EF95AD-D311-3860-AE61-D821280FC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0F34D4-4C4D-7860-E9CA-C38DBCA4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22A29-29FC-5458-7171-E3FA9AB1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E2C83A-777B-51C1-3B4D-930686E8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7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63FC-2CBD-7209-49F7-ADEDBA67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5FC58-A63B-D3DA-9E2E-67577B3A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910E-C9E1-3FCD-F878-9554A7B8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0A742-E96A-41A2-A25E-BC46604A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5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D3F07-DE4A-4FB9-6830-9C484F04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C56D6-7B8D-7CCF-D11E-7E52A767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FF97C-F7B1-2243-4532-FDC49D2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5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F5F5-9393-D491-2E0D-5AE7E2D6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FB44E-B5DC-410A-4C32-417F97232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6F1E6-EB2D-1E8D-A897-63642118E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9B9BB-CEF6-C524-F54D-084670C9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416F9-92F9-3677-EAC8-4C4F02CA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880FE-FE79-B873-C136-FA5EF385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0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6CE8-4FA6-5CEE-2712-B8360544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F2D4D-A7D7-E4C9-D497-C46C59554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8FEB9-B371-8CE6-9AC5-2EC9BADBC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B821B-60D1-BA22-809A-E316407F9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513A3-0A6D-F1FC-C2E7-62ACA2EA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6989A-69C2-5262-A494-83E5688D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2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485D-02D9-5E7E-BC04-F75591B8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C19E5-0B7C-70F0-0481-77F6BA4FE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82E9A-F27F-0A07-7000-94D5B616E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96CC5-8CAF-B4C9-A113-6B2A11D4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5815C-4C62-AB1F-D818-E5F7EB02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9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4CEA46-54E4-08FF-52FD-029E430EE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0E49F-7D0D-51C1-6463-D3C661540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6E7C-DC48-D0D7-D42F-72D936E2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A10B6-07CC-0BCB-0A82-7BAB4448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258DC-0432-F1FE-867F-272907F4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8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D4A634-2873-73FF-B62D-3F04590A9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A360B-520D-4913-0705-651D999E2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FA6CA-14EF-978A-DAE8-8A5EA8E57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4EC97-FA5C-49D3-9A04-C49A1D3843C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420AC-CDEA-8546-D3EB-37BBEE493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B7099-909C-7DFF-11DD-9E20AA8AB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68379-584C-4EB2-8736-7C1B50B30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E381-ED90-DAFF-9364-344E84D9D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14334-E768-1DE9-2BC9-93797D47B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7BC82-0511-06B9-CD75-CAAE3052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58" y="0"/>
            <a:ext cx="112990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2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CDB28-4E90-4F85-2C3E-6A9DD9BE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B85F-4466-1D95-BF43-D16CAE8288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D0B3D-D17B-0F26-5081-4163FE278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DE1786-E362-09A9-7282-0C213E214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01" y="0"/>
            <a:ext cx="112041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5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AF648-4D3C-F282-4115-BA0FFA77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4D79-496D-F665-25AE-2AF09F9FA2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0671B-D274-19CB-EEB6-6171AC288F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94AFB-BC3F-73C4-4643-19CA602BE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64" y="0"/>
            <a:ext cx="11180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2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6C80-5AA5-15D2-9AEF-785B07AA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CB0C-CB6A-43A7-C131-F48CF5845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10FEF-CE54-D8F4-9140-39AB89A188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FC3A72-0491-6033-1696-804BCC359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16" y="0"/>
            <a:ext cx="11240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7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FB75-B8CA-06E1-E494-36E2B7E47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EC07-A0FF-E4D6-E4A3-2B76FFB97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C210-DE40-AB85-1B93-721C2B6849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B41EA-930E-C0F3-826D-9B92BEB5E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84" y="0"/>
            <a:ext cx="11163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4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9B24-6B49-9A23-8408-74F48DA5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7670F-D377-5D64-14C4-DBCB085E5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DF0D3-2735-13E0-AAD1-920822837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04976A-335D-0410-65CA-08F0E4A2C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57" y="0"/>
            <a:ext cx="11187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4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FD664-CBA8-EE43-AFE5-4BC5ACBC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C90C-9002-B4EB-AC35-5E9781AC4E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A8129-B56D-0887-48D1-13773BD669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B42B8-03DD-3943-5867-CA4DAC78C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41" y="0"/>
            <a:ext cx="11159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6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DF701-A8F6-874C-E7D8-321067D2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FDD4-F49C-A315-33F1-6E2FBEB50F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EFA0C-A889-1CD9-3416-DFA525B0CA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26EFC-CACC-578C-3EFA-8379085BF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94" y="0"/>
            <a:ext cx="11317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99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Aray Askarkyzy</dc:creator>
  <cp:lastModifiedBy>Aray Askarkyzy</cp:lastModifiedBy>
  <cp:revision>1</cp:revision>
  <dcterms:created xsi:type="dcterms:W3CDTF">2025-11-05T07:44:11Z</dcterms:created>
  <dcterms:modified xsi:type="dcterms:W3CDTF">2025-11-05T09:56:19Z</dcterms:modified>
</cp:coreProperties>
</file>