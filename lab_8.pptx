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FD7B3-9ED7-B5AC-E9BC-D35811DD8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499AEC-B41C-2D9C-8204-33C4B0FC6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734A1-1721-3622-1966-1B9C03B48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C457D-7E0D-4BC0-BEBB-117186F4845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A9BF7-FA0E-B9E1-F0CA-D6F8948C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CEEE0-26BF-014C-9D6A-834EA2ED6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6DEC8-381C-4AD1-8AAB-ABECDEF19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22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30589-924D-C532-5895-BED5C957B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3180A-97E1-4166-198B-60A4CDDFD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A2859-2CB1-CC73-1423-846484C6A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C457D-7E0D-4BC0-BEBB-117186F4845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FF59F-E7EF-93B2-C322-5A941E395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4C1AE-9D75-5028-FA92-6BB47318F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6DEC8-381C-4AD1-8AAB-ABECDEF19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517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F67C6-F102-24E6-4909-698470E37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AD4D4-4385-27A9-51D5-A539B0E2B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BE8B0-24AC-AB5D-D178-47083DCD6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C457D-7E0D-4BC0-BEBB-117186F4845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8348-FDAB-13E7-20F6-2EAC23CED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C7A6C-0AE9-C2E4-2EE3-75D9099A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6DEC8-381C-4AD1-8AAB-ABECDEF19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72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A6B4A-D01F-6EFA-1DC5-2CB70C9CA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2FACF-22D4-1BF5-667F-3C88AEFCFB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2EE67-6594-E985-8C8F-B25AAB3CC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3D941-7E8F-2369-A7E4-CBE824AAC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C457D-7E0D-4BC0-BEBB-117186F4845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0C27A-7C40-7C27-E906-2F7628766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A7FAB-299D-9199-B261-B8D126A64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6DEC8-381C-4AD1-8AAB-ABECDEF19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51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065E-F622-FC51-FCE8-96645DF3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5B6D2-0528-B226-0127-F0DDFE38D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5B246-D258-A0C4-D622-0D4240A9E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5540BB-FE93-357F-1A24-B658950DF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93BB1-36C8-FEF5-4FD5-E928AECCE7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65D9B9-BB3A-3E08-1290-8BB746CF0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C457D-7E0D-4BC0-BEBB-117186F4845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7AA09E-243C-489E-0FEE-B4CF0219B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124FF1-E577-3AD8-3BD8-83C510E4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6DEC8-381C-4AD1-8AAB-ABECDEF19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7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11F7A-2450-D6F1-D64F-A0FDB99F6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F215F8-00EB-5CB3-F3A4-68AD834EB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C457D-7E0D-4BC0-BEBB-117186F4845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522803-E8F4-A10F-11C7-97BAAE4F7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26AA6-1F67-2743-C020-5148EF42D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6DEC8-381C-4AD1-8AAB-ABECDEF19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18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4B1D68-728C-1657-AADB-BAC0DB91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C457D-7E0D-4BC0-BEBB-117186F4845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264EDC-412C-A3AA-FD79-11F5C374A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E937C-976D-B37C-65D5-B2E38397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6DEC8-381C-4AD1-8AAB-ABECDEF19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92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A082B-0415-F39C-6A88-07723F2A3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26903-AF89-3F10-108F-E9040DE57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101D9-1DE9-9A24-09DF-D317A578D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3F457-A015-8C80-B093-E7B2A9F8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C457D-7E0D-4BC0-BEBB-117186F4845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8A5AD-D471-DCA4-DD35-6B672FB3C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1CE27-699C-24D1-47F7-F89DF34ED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6DEC8-381C-4AD1-8AAB-ABECDEF19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550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904C4-7243-FF95-8A27-B81918552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ABE174-555C-C8B5-BA6B-0856540364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59E1C-8FD6-CB12-E876-DE5E7BFDC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6DA9D-9DF4-A1F6-4E43-2CA71A6F7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C457D-7E0D-4BC0-BEBB-117186F4845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6BFAD-E9C2-F94D-19B2-9975D30E2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9CE44-4E75-ED57-4526-69058BE1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6DEC8-381C-4AD1-8AAB-ABECDEF19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1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384CA-D34C-EDCB-219C-A0BFF598D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AA1C-52F4-1CA4-B09B-0CE945FE1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15CFA-2D82-13A2-F6B0-4D77BAA24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C457D-7E0D-4BC0-BEBB-117186F4845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E306D-4DF8-307F-6460-D8E7AA539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12C49-802F-2BD1-7C53-633793E3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6DEC8-381C-4AD1-8AAB-ABECDEF19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85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84CCAB-3E73-4172-0EEE-1F49CA8824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79B0DE-2D25-51E6-EF15-C793908FC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D6056-5EBE-017D-4ED2-088B3B62E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C457D-7E0D-4BC0-BEBB-117186F4845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71FB7-846D-E9EA-0BA2-604892E4D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B94CA-B07D-E858-6A83-0CF972062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6DEC8-381C-4AD1-8AAB-ABECDEF19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4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95B04B-E12F-3951-666F-62BF47430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C5129-6120-666C-A44E-3F82FABE2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E92F6-C61D-7686-4F01-50DCE9AC0B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6C457D-7E0D-4BC0-BEBB-117186F4845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16DA0-FB99-4884-520A-257EEAD80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16621-AA21-38F5-83BB-50E10D2E4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86DEC8-381C-4AD1-8AAB-ABECDEF19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16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F5374-D07F-785D-E50D-D308DA06E2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E5232-F250-483E-2C66-5BF9D500D7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78C855-BB9C-9CC2-CCBB-1C1947FDD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32" y="0"/>
            <a:ext cx="111629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401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EEBAC-5679-DE98-7EDD-027285282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736D4-3F9D-C58B-86D9-397D602E5B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529F6-B8F2-C852-3AE5-A1CA81C93D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D82DDB-0C67-E944-DAE4-E09223C4D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86" y="0"/>
            <a:ext cx="111906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870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B86B3-641A-0399-A053-5AE722F7D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4AE37-62AB-56C8-39D4-29438BD717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F6C3C9-E791-904D-7849-71D49E5CBD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307E92-67A6-B341-55A6-8D778C9BA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32" y="0"/>
            <a:ext cx="111629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62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D40D1-6FAA-6C10-B313-1A3532E86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02C31-8E5D-BA74-B05A-278C9F83A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FE0780-A640-3CC3-0328-A19A707A50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0B152-39D7-0675-27B2-5A13D0D32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69" y="0"/>
            <a:ext cx="111680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83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C2680-FBD2-8B48-EBE7-983C2502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F1D48-B59C-214D-E886-569F5A03D6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33D30-34FB-E20B-7D26-69BA541C39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9B6621-71A4-F23D-F10A-43F710190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48" y="0"/>
            <a:ext cx="107067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09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D5E29-E1A2-CD6B-8DC9-48C4D8BD9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8B072-5BFA-3303-D51E-00A817534F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3FC86-0DA1-9E15-500E-A889AAC9EE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6FAB8A-B443-CBDD-4A3E-772199524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551" y="0"/>
            <a:ext cx="11098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81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D6C9E-9C0A-6589-B975-7911F19AD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A69CA-C237-E947-0772-C5E95A55EE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10E2-4D54-C096-FA2F-DEB9284F16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74EE55-3EC2-FE12-BDA4-39B91FC07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39" y="0"/>
            <a:ext cx="106857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467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A90CF-A2CD-2A52-FA04-DBAA9A3D3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370C-F962-C500-0EE2-CA0400452E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68542-3D99-E126-2B77-AD47538B32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EB8650-5921-F94F-4B1D-55486AA91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89" y="0"/>
            <a:ext cx="111762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08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B8904-7AF3-9252-687C-B86D39C63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ACEAD-7F19-FF21-1DB4-A431617458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6321C8-CDF4-504E-DFCA-CDAD1853CD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12835D-1CC5-DFB5-A858-213234D86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93" y="0"/>
            <a:ext cx="10267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771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49CAA-86F4-0C64-623F-7193D1BA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C972C-D8E3-79F7-2009-882C18969A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C946BB-9104-0CF4-5FCA-12E475844C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6D72DD-AEF0-18ED-D7B7-1AB96B467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21" y="0"/>
            <a:ext cx="110691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471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1266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Aray Askarkyzy</dc:creator>
  <cp:lastModifiedBy>Aray Askarkyzy</cp:lastModifiedBy>
  <cp:revision>1</cp:revision>
  <dcterms:created xsi:type="dcterms:W3CDTF">2025-11-18T07:38:06Z</dcterms:created>
  <dcterms:modified xsi:type="dcterms:W3CDTF">2025-11-19T04:45:05Z</dcterms:modified>
</cp:coreProperties>
</file>