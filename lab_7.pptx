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5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40AA-B61C-338B-D584-4EB8F0D7E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6A7E7-6A70-ACBF-3305-895DDFC2D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800F1-D32A-87E6-15E5-8FA03F8E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A8B3-DEEE-4377-9458-54020D34DF8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5C252-4FC3-3C05-8233-8D03CCFBA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2C371-015B-C896-634B-B7013F02A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0BF9-5B1E-456D-8058-D4E87DD8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6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BA092-6CD8-10AD-7064-D373304D8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A56CC-6B30-9987-6E06-84A85F3DB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8EEF9-2F29-A592-83D2-89DF04BF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A8B3-DEEE-4377-9458-54020D34DF8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E0E29-50B5-0D98-362C-D8354EEB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B8929-7F77-D1D4-6563-1FE8A447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0BF9-5B1E-456D-8058-D4E87DD8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464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AD4CB-78FC-765D-BE7B-2FC23E09D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05927-B454-2994-F093-1DC453D7E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D063B-D995-493F-8B70-018A2429F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A8B3-DEEE-4377-9458-54020D34DF8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C8664-D198-66A2-D514-CA43AD81A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9B9DB-FF2F-16C6-4490-8D88A8DC7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0BF9-5B1E-456D-8058-D4E87DD8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2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FEFE-60F7-D759-9615-6E53C629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2A8DB-8E8C-9518-23B8-C29E774AC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2C019-4547-0EA0-7D4B-4D54EE4A0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B4978-8F24-9BB1-FFAC-CA8464E7C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A8B3-DEEE-4377-9458-54020D34DF8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2AC27-D2CF-E73F-35BC-9050B11C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F6D9E-3E44-6511-6FF5-76ACAB2A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0BF9-5B1E-456D-8058-D4E87DD8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83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29C58-03D2-3024-AC6E-A9A068204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CE1F4-44F0-E9A6-1983-B99A80EE6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998C9-0791-0AD1-5F98-7A5F9786F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256009-28A7-89F5-D67B-B974457C8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2F58D-48E5-D45A-7C13-6A3B2D4A66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F83592-8F4F-4AF4-F656-0E6B919A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A8B3-DEEE-4377-9458-54020D34DF8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FD589-83C3-099F-56BB-63BE44D60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75E8D6-4AF4-7D7A-0A04-4E11D97DA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0BF9-5B1E-456D-8058-D4E87DD8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11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C5B5-8921-55EF-FC77-7E41EC222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153FE2-6C63-3E71-FF5D-FD33E8E03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A8B3-DEEE-4377-9458-54020D34DF8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18F0F-504C-DB8A-CBE5-1CA74D89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27577-706E-D521-8C72-4E8A625F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0BF9-5B1E-456D-8058-D4E87DD8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55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BF05D-F630-1B2D-77A6-8C38B73F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A8B3-DEEE-4377-9458-54020D34DF8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0B4061-826E-F118-35FC-0B0E74F40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69774-2669-6EFC-59DF-D5601DB59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0BF9-5B1E-456D-8058-D4E87DD8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57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14130-F49E-E114-6370-A8DC89C3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88B0C-78C3-DDE0-69EC-65C72C2D0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1BB04-3EB6-F2E8-99D1-A1CB16D76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2492F-7376-C2C7-0740-24607A99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A8B3-DEEE-4377-9458-54020D34DF8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BF762-4B6A-6666-0F59-42EE3B197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82898-F6DB-38EF-75E1-106AA8BC9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0BF9-5B1E-456D-8058-D4E87DD8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067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36C56-5189-A9BA-378B-EAB163C49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503731-6038-1030-0E6E-E6E804DADB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BA629-D349-6951-0A6E-D4B37D621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94C9F-2FA1-9885-B106-975AE8053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A8B3-DEEE-4377-9458-54020D34DF8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7C864-D0B6-E190-DC19-C3769DB5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1C935-74B8-AAC2-C73D-CA32985D3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0BF9-5B1E-456D-8058-D4E87DD8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4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801FB-6784-6A09-A007-13E47600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EA4A6-327E-1E23-A84D-505314A0A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88170-DAE5-DE81-7AA1-E1D5ACDA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A8B3-DEEE-4377-9458-54020D34DF8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302FB-5E5E-2DA2-A46C-9C119B78F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0CA1E-8B0E-D8D7-75A4-C1663FCFC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0BF9-5B1E-456D-8058-D4E87DD8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47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77349-AB83-FC4F-C85D-2376FD39A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C5618-F332-55F2-EDF7-0DF31E285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EDD57-7565-5571-BD82-F0DD665D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CA8B3-DEEE-4377-9458-54020D34DF8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61738-806D-84D0-19C9-42678EB47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81CDE-0019-5DC9-DBC6-F5B8CBAB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90BF9-5B1E-456D-8058-D4E87DD8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43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89CBE7-4644-37F2-367E-B3F38CA1F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C2D20-B7BF-1C3D-6B8B-4FED56DB9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AE40E-1F3A-2965-24AA-9F96A745DF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CA8B3-DEEE-4377-9458-54020D34DF83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E73EE-3EC9-96F4-6D38-F368B4259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893FF-5A51-A3CE-2F4F-6D28F715A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90BF9-5B1E-456D-8058-D4E87DD8E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8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9A276-CB50-9504-85CA-0C6448C676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F1DAD-17BC-FE1F-7BF4-F1EA80BE20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9B6F4E-A455-1C52-D51A-658FDF66B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13" y="0"/>
            <a:ext cx="11267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36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B8BE5-A79E-DF24-C169-8C01DFE84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9689D-5417-E873-9A71-BB63AF8E24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379F5E-5A1F-1AC8-4F58-D295FB0805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4F4DE5-64CC-50E3-62D0-DCCB74648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82" y="0"/>
            <a:ext cx="112216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831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7C547-C225-FB66-58AF-F99CF892E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4839B-5CB3-6E85-44B1-B1703D7ED0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56604-BD73-EB95-7E31-B384368A4F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F5F04-02CA-89DD-8742-335AA5D53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01" y="0"/>
            <a:ext cx="111449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860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09C12-899A-725E-8A30-09FFAEE5E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785C9-0E90-A388-D0CB-A81FC6A7B1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6FF1EB-60F8-FAA3-9ADF-26CDD7D01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5E3CC-40FC-BB39-09F8-D2339E56F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77" y="0"/>
            <a:ext cx="111048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6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D0A97-4643-3192-5F1F-3FFD325F7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0069D-085A-4EB7-5DA6-EC50409B55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0B99C-07F8-7BBB-2B13-E1FF2EC2F1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45571F-F1CD-DC6B-F0E2-CB22D0AF0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27" y="0"/>
            <a:ext cx="11264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7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54936-FDE9-2E75-C240-186FC779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9747A-6E84-880F-A68B-B3E26F3ADC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D6049-0FC2-1253-A868-C943A78546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966219-08D4-05E4-9728-41BD96E1C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33" y="0"/>
            <a:ext cx="112265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591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9037B-1C26-0EA8-671A-1FF2865B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DB568-2344-15F0-4A94-CD5AE16E14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8F7B5-DF40-512C-ECC8-F14873E316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FD123F-DD5E-6187-062F-18DB40829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95" y="0"/>
            <a:ext cx="111614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317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BFECE-ED8B-0DBF-8CAD-E2D46534E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0030B-C0E6-10D6-923E-97913FD605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513B6-D96D-F64F-87BF-1E1F5FFCA5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4479FF-5358-B442-E1B5-DB15F1494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92" y="0"/>
            <a:ext cx="11323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67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CF1C6-1E63-3C80-52A6-ED445B9F9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FD186-1F10-6B4E-FE5E-018119B891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19F2C-1B76-DDDF-456B-684E761240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68445E-25DB-7534-1BA9-98A2D5A84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94" y="0"/>
            <a:ext cx="11317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38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Aray Askarkyzy</dc:creator>
  <cp:lastModifiedBy>Aray Askarkyzy</cp:lastModifiedBy>
  <cp:revision>1</cp:revision>
  <dcterms:created xsi:type="dcterms:W3CDTF">2025-11-11T13:15:45Z</dcterms:created>
  <dcterms:modified xsi:type="dcterms:W3CDTF">2025-11-11T19:56:52Z</dcterms:modified>
</cp:coreProperties>
</file>